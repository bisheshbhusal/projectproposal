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3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6986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AirDrop </a:t>
            </a: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</a:t>
            </a:r>
            <a:r>
              <a:rPr lang="en-US" sz="4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Device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945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peer-to-peer, end-to-end encrypted file transfer web app with no accounts and no server-side file storage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/ Background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663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a file between nearby devices is still awkward: email, cloud uploads and chat apps all route files through third-party servers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AirDrop solves this well, but only inside the Apple ecosystem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 lets browsers connect directly and exchange data over encrypted channels, so any device with a browser can take part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web tools (Snapdrop, PairDrop, Wormhole) show the idea works, but differ widely in how they authenticate the other device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domain: applied cryptography, secure web applications and peer-to-peer networking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663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 encrypts the channel (DTLS), but the connection details are exchanged through a signaling server. A malicious or compromised server can swap them and perform a man-in-the-middle attack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use Bluetooth or mDNS, so "nearby" discovery is only approximated (same-IP grouping, room codes)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transfers </a:t>
            </a:r>
            <a:r>
              <a:rPr lang="en-US" sz="16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limits on some browsers.</a:t>
            </a:r>
            <a:br>
              <a:rPr lang="en-US" sz="16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600">
              <a:solidFill>
                <a:srgbClr val="1F293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no lightweight browser tool combines easy cross-device pairing with strong, evaluated peer authentication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and Objectives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663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build and evaluate a browser-based peer-to-peer file transfer system that is end-to-end encrypted and resistant to a malicious signaling server.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</p:spPr>
        <p:txBody>
          <a:bodyPr/>
          <a:lstStyle/>
          <a:p>
            <a:endParaRPr lang="en-NP"/>
          </a:p>
        </p:txBody>
      </p:sp>
      <p:sp>
        <p:nvSpPr>
          <p:cNvPr id="6" name="Text 4"/>
          <p:cNvSpPr txBox="1"/>
          <p:nvPr/>
        </p:nvSpPr>
        <p:spPr>
          <a:xfrm>
            <a:off x="685800" y="2084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Threat model &amp; review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3774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threat model and compare 4 existing tools (Snapdrop, PairDrop, Wormhole, AirDrop) on 5+ security criteria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201168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</p:spPr>
        <p:txBody>
          <a:bodyPr/>
          <a:lstStyle/>
          <a:p>
            <a:endParaRPr lang="en-NP"/>
          </a:p>
        </p:txBody>
      </p:sp>
      <p:sp>
        <p:nvSpPr>
          <p:cNvPr id="9" name="Text 7"/>
          <p:cNvSpPr txBox="1"/>
          <p:nvPr/>
        </p:nvSpPr>
        <p:spPr>
          <a:xfrm>
            <a:off x="4800600" y="2084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Transfer engine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23774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WebRTC transfer with room code / QR pairing</a:t>
            </a:r>
            <a:r>
              <a:rPr lang="en-US" sz="11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 limit on file size but depends </a:t>
            </a:r>
            <a:r>
              <a:rPr lang="en-NP" sz="1100"/>
              <a:t>on browser's ability to stream to disk, and keeping both devices connected.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</p:spPr>
        <p:txBody>
          <a:bodyPr/>
          <a:lstStyle/>
          <a:p>
            <a:endParaRPr lang="en-NP"/>
          </a:p>
        </p:txBody>
      </p:sp>
      <p:sp>
        <p:nvSpPr>
          <p:cNvPr id="12" name="Text 10"/>
          <p:cNvSpPr txBox="1"/>
          <p:nvPr/>
        </p:nvSpPr>
        <p:spPr>
          <a:xfrm>
            <a:off x="685800" y="3364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Secure authentication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6576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PAKE-based key agreement and AES-256-GCM encryption; detect 100% of tampered, reordered or truncated chunks in tests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3364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36576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663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methods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r>
              <a:rPr lang="en-US" sz="13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React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 as a PWA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 data channels, STUN, self-hosted coturn (TURN)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WebSocket signaling server, Docker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Crypto API, Web Workers, CPace/SPAKE2 (</a:t>
            </a:r>
            <a:r>
              <a:rPr lang="en-US" sz="13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WASM)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50876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r>
              <a:rPr lang="en-US" sz="280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Deliverables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663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deliverables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open-source PWA and signaling server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 and security analysis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and attack-test results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report and demo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50876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392</Words>
  <Application>Microsoft Macintosh PowerPoint</Application>
  <PresentationFormat>On-screen Show (16:9)</PresentationFormat>
  <Paragraphs>44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Bishesh Bhusal</cp:lastModifiedBy>
  <cp:revision>4</cp:revision>
  <dcterms:created xsi:type="dcterms:W3CDTF">2026-09-29T01:34:22Z</dcterms:created>
  <dcterms:modified xsi:type="dcterms:W3CDTF">2026-09-29T02:30:18Z</dcterms:modified>
</cp:coreProperties>
</file>